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800"/>
              <a:buFont typeface="Google Sans Flex"/>
              <a:buChar char="●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Team Metis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800"/>
              <a:buFont typeface="Google Sans Flex"/>
              <a:buChar char="●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Akshada Porje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800"/>
              <a:buFont typeface="Google Sans Flex"/>
              <a:buChar char="●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member: Ronnit Mirgh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800"/>
              <a:buFont typeface="Google Sans Flex"/>
              <a:buChar char="●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Future of Work &amp; Enterprise Productivity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When a production incident strikes, teams need to recover fast. But recovery actions often fail — not because the diagnosis was wrong, but because the system's actual state was unknown.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R2Act benchmark (Microsoft Research): even with correct diagnosis, 39.5–62% of recovery actions are invalid because the system state was misunderstood.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Metis RealityGraph solves this by reconstructing what was actually running at incident time through deterministic temporal reconciliation of deployment evidence.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With accurate state, recovery actions become reliable: rollback the right version, deploy the right fix, or safely take no action — every choice grounded in reconciled evidence.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Gemini investigates using this traceable, uncertainty-aware evidence set and may abstain when evidence is insufficient — the system never forces a wrong recovery.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different is it from existing ideas?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Existing incident tools focus on diagnosis (what went wrong). Metis focuses on what comes next: ensuring recovery actions are valid for the actual system state.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Most tools assume system state is known. Metis reconstructs it from raw evidence, handling missing deploys, late-arriving records, and contradictions between sources.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Deterministic temporal reconciliation tells you exactly what was running at incident time. Recovery actions are validated against this reconstructed state before being suggested.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Result: 0% invalid recovery actions across all 32 test scenarios, vs 43.8% with naive always-rollback (within the R2Act failure range).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proposed solution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State-aware recovery: every suggested action is validated against reconciled evidence. No guessing which version to rollback to. No deploying a fix that's already live. No recovery action without state proof.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State-Aware Recovery Actions: rollback, deploy pending fix, revert config, no action, or request more evidence — each validated against reconstructed state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Temporal Reconciliation Engine: deterministic code reconstructs which changes were live at incident time (DEPLOYED, NOT_DEPLOYED, UNKNOWN)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Evidence Ledger: every record keeps source, event time, and ingest time for full traceability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Contradiction Detection: flags disagreements between sources and identifies missing evidence before recovery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DAG-aware Commit History: handles merges, cherry-picks, and non-linear git history correctly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Gemini Investigation: structured JSON analysis with uncertainty, citing evidence record IDs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Admissibility Check: rejects unsupported claims before they reach the recovery decision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Prompt Injection Defense: prompt v2 uses JSON-escaped input (non-forgeable)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Interactive Composer: build and test custom incident scenarios live in the UI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Two Time Views: contemporaneous (known at the time) vs retrospective (known later)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flow: From incident to safe recovery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1. Evidence Collection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Ingest commit, build, deploy, and runtime records with source and timestamps into the evidence ledger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2. State Reconstruction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Deterministic temporal reconciliation reconstructs what was actually running at incident time. Detects contradictions, missing deploys, and late-arriving records.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3. Investigation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Gemini 3.8 Flash analyzes the reconciled evidence set. Returns structured JSON citing record IDs, or abstains when evidence is insufficient.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4. Admissibility Check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Rejects answers citing unknown records or blaming changes not live at incident time. Filters out unsupported claims before recovery.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5. Recovery Action Selection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State-aware action from bounded set: rollback_latest_commit, deploy_pending_change, revert_config, no_action_safe, request_more_evidence. Each validated against reconstructed state. Never executed — advisory only.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UI Design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Material Design 3 (M3) single-page application with Google's tonal color system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Left sidebar: incident list with live status counts (RUNNING, NOT LIVE, UNCLEAR)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Main panel: interactive timeline showing evidence records, contradiction markers, and recovery recommendations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Three investigation modes: Deterministic only, Gemini with raw evidence, Gemini with full reconciliation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Recovery panel: shows recommended action with state justification and validity status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Custom Incident Composer: add commits, builds, deploys, and runtime records to create and test new scenarios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Time Travel: toggle between 30 min before, at, and 30 min after incident to see how state and recovery options change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Live demo: https://metis-805035413326.asia-south1.run.app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Frontend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Single-page app (vanilla JS) with Material Design 3 tonal color system, Google Sans typography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Backend API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FastAPI + Pydantic typed models. Endpoints for evidence ingestion, reconciliation, investigation, and recovery action selection.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Reconciliation Engine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Deterministic temporal reconciler: DAG-aware commit history, two time views (contemporaneous/retrospective), contradiction and missing-evidence detection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Recovery Engine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State-aware action selector from bounded action space. Validates each action against reconciled deploy state. Deterministic, no LLM needed.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Layer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Gemini 3.8 Flash with prompt v2 (JSON-escaped, non-forgeable). Structured JSON output citing evidence. Abstention supported.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Deployment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Google Cloud Run (asia-south1), serverless. Gemini API key via Secret Manager. Nothing is ever executed — all recovery actions are advisory.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Google Gemini 3.8 Flash — LLM for incident investigation with structured JSON output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Google Cloud Run (asia-south1) — Serverless container deployment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Google Cloud Secret Manager — Secure API key storage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Google Cloud Artifact Registry — Container image storage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Google Cloud Build — CI/CD pipeline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Python 3.12 + FastAPI + Pydantic — Backend API with typed models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Material Design 3 — Google's design system (tonal colors, elevation, shape tokens)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Google Sans — Typography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Vanilla JavaScript — Single-page app frontend (zero framework dependencies)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Infrastructure (Google Cloud)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Cloud Run: ~$0/month (within free tier for demo traffic, scales to zero when idle)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Secret Manager: $0.06/10,000 access operations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Artifact Registry: minimal storage for single container image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/ API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Gemini 3.8 Flash: pay-per-use, ~$0.01–0.05 per investigation call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Recovery action selection is deterministic — no additional AI cost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Live call cap: 25 per instance per day (configurable via METIS_LIVE_CAP)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Development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Built entirely during hackathon window. No paid external services beyond Gemini API.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All code open source. Commit history public.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Main Dashboard: M3-styled interface showing incident list with status counts, interactive evidence timeline, and recovery recommendations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Recovery View: state-aware recovery action with validity status and state justification — shows exactly why a rollback/deploy/no-action is safe or unsafe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Investigation View: Gemini analysis results with structured evidence citations and admissibility check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Custom Composer: build custom incidents with commit, build, deploy, and runtime records — test the full recovery pipeline live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Time Travel: see how recovery options change across 30 min before, at, and 30 min after incident time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Live at: https://metis-805035413326.asia-south1.run.app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Recovery-Action Validity (our primary metric, closing the R2Act gap)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Naive always-rollback on v2 (32 scenarios): 43.8% invalid recovery actions (within R2Act range of 39.5–62%)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Metis with reconciled state on v2 (32 scenarios): 0% invalid recovery actions — 32/32 valid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Recovery validation is deterministic and state-only — no LLM needed, no hallucination risk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Investigation Benchmark (16 scenarios, Gemini 3.8 Flash, each run twice per mode)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Gemini with raw evidence: 19/24 correct cause, 0 wrong attributions, 5 missed answers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Gemini + reconciliation: 24/24 correct cause, 0 wrong attributions, 0 missed answers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Across all 96 runs: 0 fabricated citations, 0 blame on undeployed changes, 0 followed injected instruction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Honest caveats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We wrote the scenarios. Small sample. Synthetic data only. Admissibility check never fired on real Gemini output.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Honest Limitations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We wrote the scenarios and the ground truth — the deterministic layer scores 0 wrong on scenarios designed alongside it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Small sample, not proof. 24/24 vs 19/24 is suggestive. Repeats are not independent.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Recovery validity measured only on deterministic actions, not Gemini-selected ones.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Synthetic data only; no real incidents; one model; no measurement of recovery time savings.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Future Development</a:t>
            </a:r>
            <a:endParaRPr sz="13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Measure recovery-action validity with Gemini-selected actions (not just deterministic)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Run Gemini on harder v2 adversarial set (32 types) with prompt v2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Integrate with real incident management systems (PagerDuty, Opsgenie) for live recovery workflows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Add real production telemetry sources (Prometheus, Datadog, CloudWatch)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2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Test on real incidents and measure actual recovery time reduction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Repository: https://github.com/Akshada-Porje/MetisRealityGraph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Demo Video Link (3 Minutes): [To be recorded]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Final Product Link: https://metis-805035413326.asia-south1.run.app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