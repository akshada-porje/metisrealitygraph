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800"/>
              <a:buFont typeface="Google Sans Flex"/>
              <a:buChar char="●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Team Metis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800"/>
              <a:buFont typeface="Google Sans Flex"/>
              <a:buChar char="●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Akshada Porje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800"/>
              <a:buFont typeface="Google Sans Flex"/>
              <a:buChar char="●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Future of Work &amp; Enterprise Productivity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Metis RealityGraph is an evidence-first production incident reconstruction tool.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During production incidents, evidence from source control, deployment records, and runtime telemetry is often incomplete, delayed, or contradictory.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 diagnosis system that treats its model as fully accurate may draw conclusions from a version that was not actually active at incident time.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Metis uses deterministic temporal reconciliation to reconstruct what was actually running, detects contradictions between evidence sources, and gives Gemini a traceable, uncertainty-aware evidence set for investigation.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may abstain when evidence is insufficient — the system never forces a conclusion.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different is it from existing ideas?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Most incident tools treat system state as given. Metis explicitly reconstructs it from raw evidence, handling missing deploys, late-arriving records, and contradictions.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R2Act benchmark (Microsoft Research, arXiv 2607.04623): recovery methods pick invalid actions 39.5–62% of the time, even with correct diagnosis.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solve the problem?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Deterministic temporal reconciliation reconstructs deploy state at incident time, then Gemini investigates the reconciled evidence.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Admissibility check rejects unsupported claims before they reach the user.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proposed solution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Evidence-first: every claim must trace back to a reconciled record. Temporal awareness: two time views (contemporaneous and retrospective). Honest: Gemini abstains when evidence is insufficient.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Evidence Ledger: every record keeps source, event time, and ingest time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Deterministic Temporal Reconciliation: decides which changes were live at incident time (DEPLOYED, NOT_DEPLOYED, UNKNOWN, APPLIED)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Contradiction Detection: flags disagreements between sources and missing evidence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DAG-aware Commit History: handles merges, cherry-picks, and non-linear git history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3.8 Flash Investigator: structured JSON investigation with uncertainty, or abstention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Admissibility Check: rejects answers that cite unknown records or blame undeployed changes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Prompt Injection Defense: prompt v2 uses JSON-escaped evidence input (not forgeable XML tags)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Interactive Composer: build and test custom incident scenarios live in the UI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4 Built-in Scenarios: undeployed fix, record disagreement, late arrival, hostile input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Recovery-Action Validity: state-aware recovery actions that are never executed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1. Evidence Collection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Ingest commit, build, deploy, and runtime records with source and timestamps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2. Temporal Reconciliation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Deterministic code decides which changes were live at incident time, reports contradictions and missing evidence, maintains contemporaneous and retrospective views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3. Gemini Investigation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3.8 Flash analyzes uncertainty-aware evidence set, returns structured JSON citing record IDs, or abstains when evidence is insufficient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4. Admissibility Check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Rejects answers citing unknown records, citing nothing, or blaming changes not live at incident time. Adds warnings when lexical link to symptom is absent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5. Recovery Action Selection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State-aware action from bounded set: rollback, deploy pending, revert config, no action, request more evidence. Never executed — advisory only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UI Design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Material Design 3 (M3) single-page application with Google's tonal color system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Left sidebar: incident list with status counts (RUNNING, NOT LIVE, UNCLEAR)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Main panel: interactive timeline with evidence records, contradiction markers, and incident markers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Three investigation modes: Deterministic only, Gemini with raw evidence, Gemini with reconciliation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Custom Incident Composer: add commits, builds, deploys, and runtime records with timestamps to create new scenarios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Time travel: toggle between 30 min before, at, and 30 min after incident time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Sans typography, M3 elevation tokens, tonal surface containers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Live demo: https://metis-805035413326.asia-south1.run.app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Frontend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Single-page app (vanilla JS) with Material Design 3 tonal color system, Google Sans typography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Backend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FastAPI + Pydantic typed models and validation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Core Engine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Deterministic temporal reconciler: DAG-aware commit history reconstruction, two time views (contemporaneous/retrospective), contradiction and missing-evidence detection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Layer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3.8 Flash with prompt v2 (JSON-escaped, non-forgeable). Structured JSON output citing evidence record IDs. Abstention supported.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Deployment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Cloud Run (asia-south1), serverless. Gemini API key via Secret Manager. Live call cap per instance.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Key Design Decisions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Evidence text treated as untrusted data. Nothing is ever executed. All results are advisory and read-only.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Gemini 3.8 Flash — LLM for incident investigation with structured JSON output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Cloud Run (asia-south1) — Serverless container deployment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Cloud Secret Manager — Secure API key storage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Cloud Artifact Registry — Container image storage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Cloud Build — CI/CD pipeline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Python 3.12 + FastAPI + Pydantic — Backend API with typed models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Material Design 3 — Google's design system (tonal colors, elevation, shape tokens)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Google Sans — Typography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Vanilla JavaScript — Single-page app frontend (no framework dependencies)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Infrastructure (Google Cloud)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Cloud Run: ~$0/month (within free tier for demo traffic, scales to zero)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Secret Manager: $0.06/10,000 access operations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Artifact Registry: minimal storage for single container image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/ API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3.8 Flash: pay-per-use, ~$0.01–0.05 per investigation call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Live call cap: 25 per instance per day (configurable via METIS_LIVE_CAP)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Development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Built entirely during hackathon window. No paid external services beyond Gemini API.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All code open source. Commit history public.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Main Dashboard: M3-styled interface showing incident list sidebar with status counts, interactive timeline with evidence records and incident markers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Investigation View: Gemini investigation results with structured JSON output, evidence citations, and admissibility check results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Custom Composer: Interactive form to build custom incidents with commit, build, deploy, and runtime records. Tests the full pipeline live.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Time Travel: Three temporal views — 30 min before incident, at incident time, and 30 min after — showing how evidence state changes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Live at: https://metis-805035413326.asia-south1.run.app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Investigation Benchmark (16 scenarios, Gemini 3.8 Flash, each run twice per mode)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with raw evidence: 19/24 correct cause, 8/8 correct abstain, 0 wrong attributions, 5 missed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Gemini + reconciliation: 24/24 correct cause, 8/8 correct abstain, 0 wrong, 0 missed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Across all 96 runs: 0 wrong attributions, 0 fabricated citations, 0 followed injected instruction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Recovery-Action Validity (R2Act gap)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Naive always-rollback on v2 (32 scenarios): 43.8% invalid actions (within R2Act range)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Metis with reconciled state on v2 (32 scenarios): 0% invalid actions (32/32 valid)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Validity check is deterministic and state-only — no LLM needed for recovery actions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Honest caveats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We wrote the scenarios. Small sample. Admissibility check never fired on real Gemini output. Synthetic data only.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Honest Limitations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We wrote the scenarios and the ground truth — the deterministic layer scores 0 wrong on scenarios designed alongside it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Small sample, not proof. 24/24 vs 19/24 is suggestive. Repeats are not independent.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 well-prompted Gemini already avoided the dangerous failures we tested.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Synthetic data only; no real incidents; one model; no measurement of investigation time.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Future Development</a:t>
            </a:r>
            <a:endParaRPr sz="13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Run Gemini on harder v2 adversarial scenario set (32 types) with prompt v2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Integrate with real incident management systems (PagerDuty, Opsgenie)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Add real production telemetry sources (Prometheus, Datadog, CloudWatch)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Measure recovery-action validity with Gemini-selected actions (not just deterministic)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2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Test on real incidents from partner organizations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Repository: https://github.com/Akshada-Porje/MetisRealityGraph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Demo Video Link (3 Minutes): [To be recorded]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40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Final Product Link: https://metis-805035413326.asia-south1.run.app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